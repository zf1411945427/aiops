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9625" y="2857500"/>
            <a:ext cx="1524000" cy="9525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19225" y="2990850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57325" y="306705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微软雅黑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333750"/>
            <a:ext cx="1524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12121"/>
                </a:solidFill>
                <a:latin typeface="微软雅黑"/>
              </a:rPr>
              <a:t>资产自动发现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543300"/>
            <a:ext cx="1524000" cy="24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0">
                <a:solidFill>
                  <a:srgbClr val="616161"/>
                </a:solidFill>
                <a:latin typeface="微软雅黑"/>
              </a:rPr>
              <a:t>TCP/SSH/ICMP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