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各位领导、各位同仁，大家好。今天我为大家详细解读 AIOps 智能运维平台的系统架构与数据流交互图。本次交流将围绕 24 条核心数据链路展开，覆盖从资产发现到自愈执行的全闭环。希望通过这次分享，让大家深入了解平台的技术架构和价值主张。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整个讲解分为四大板块。第一部分是核心观测闭环，涵盖链路 1 到 4，包括资产发现、指标采集、异常检测和移动端推送。第二部分是智能诊断与知识，覆盖链路 5 到 12，从变更关联到知识审批流。第三部分是自动化与自愈，包含链路 13 到 15。第四部分是 AI 增强与运营，涉及链路 16 到 24，包括 Agent 评估、运营飞轮和移动端闭环。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AIOps 平台采用 8 层架构，从底层的资产层到顶层的自愈层，数据自底向上流动，反馈自顶向下传导。资产层管理 CMDB，采集层通过 SSH 和 K8s API 获取指标，存储层使用 VictoriaMetrics 双写。检测层提供 7 种异常算法，告警层负责聚合防抖，诊断层支持 6 种 RCA 分析。知识层基于 RAG 检索，自愈层驱动规则引擎执行修复，形成完整闭环。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这是链路 1 的前半段。系统从资产自动发现开始，通过 TCP、SSH、ICMP 扫描识别网络资产。指标采集通过 SSH 执行 19 类命令获取 CPU、内存、磁盘等指标，双写到 VictoriaMetrics 时序库。健康引擎结合告警、指标、链路三层判定实体健康状态，灭火图实时展示。最后 7 种异常算法自动检测指标异常，触发告警链路。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这是链路 1 的后半段。异常检测触发告警后，系统进入诊断-知识-自愈闭环。RCA 六步定位根因，故障解决后 LLM 自动沉淀知识。AI 助手基于 RAG 检索辅助决策，41 个工具自主调用。自愈引擎匹配规则执行修复并追踪 30 分钟效果。SRE 面板监控 SLO 燃烧速率与错误预算消耗，确保服务可用性达标。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这一页展示链路 2 和链路 3。左侧是 K8s 指标采集：通过 Metrics API 获取 Pod 和 Node 级 CPU、内存、网络指标，结构化存储后双写 VictoriaMetrics。右侧是 K8s 事件告警：轮询 Events API，过滤 Warning 和 Error 级别事件，映射为告警规则后进行 30 秒窗口防抖去重，避免 Pod 重启风暴导致的告警洪流。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链路 4 是移动端告警实时推送。移动端通过 WebSocket 长连接接收实时告警，JWT Token 鉴权保证安全。告警支持批量确认、静默、解决操作，操作结果回写后端并同步到 Web 端。推送延迟在毫秒级，支持断线自动重连和心跳保活。这实现了移动和 Web 双端告警状态完全一致，运维人员随时随地处置告警。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链路 5 是变更关联故障。变更审批单执行后状态变为 executed，系统在 30 分钟时间窗口内检测关联故障。如果窗口内产生 Incident，自动将变更事件纳入 RCA Timeline 作为根因分析的关键线索。这大幅提升了"变更导致故障"的定位效率，变更-故障自动关联使根因命中率提升 40% 以上。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这一页展示知识库与 SRE 面板的双向联动。左侧知识库存储 SOP 步骤，以 JSON 结构保存，通过 tags 标签匹配关联 SLO 配置。右侧 SRE 面板实时展示服务可用率与 SLO 目标对比，当错误预算违规时自动推荐匹配的处置知识链接，运维人员可一键跳转查看处置方案。知识从被动存储变为主动指导实践。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链路 7 是 SLO 驱动的自愈闭环。SLO 持续计算服务可用率和燃烧速率，当错误预算超额消耗时触发违规告警。自愈规则引擎匹配修复策略，通过 SSH 执行扩缩容或重启操作。执行后 30 分钟内追踪告警状态变化，评估自愈效果为 resolved、improved、no_change 或 worsened 四种状态。SLO 驱动自愈，效果可量化，规则可迭代。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链路 8 是告警驱动的自动响应。系统定时扫描 AutoRemediation 规则表，匹配活跃告警后通过 SSH 远程执行修复命令。安全方面，9 种危险命令黑名单拦截高危操作，包括 rm -rf、mkfs、dd 等。执行记录写入 RemediationLog 完整审计，30 分钟后追踪告警状态评估自愈效果。这是平台自动化能力的核心体现。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链路 9 是知识自动沉淀。故障 resolved 后，LLM 从故障完整上下文自动提取知识草稿，包括症状、根因、解决方案。知识经审批后入库，以 BGE-M3 向量化纳入 RAG 索引，标记 source_type 为 incident_case。后续同类故障可通过余弦相似度检索复用，形成"故障解决→知识沉淀→检索复用"的飞轮效应。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链路 10 是 AI 问答场景的知识检索。用户通过自然语言提问，LLM 识别意图后发起 tool_call 调用 RAG 检索工具。知识库通过 BGE-M3 向量化，余弦相似度召回 top-k 结果并经 Reranker 重排，注入 LLM 上下文生成回答。优质回答可采纳为知识草稿经审批入库。BGE-M3 双阶段检索支持 classic、smart、none 三种模式，精度达 90% 以上。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这一页展示故障审批流的状态机。故障有三个状态：open 待处理、pending_approval 审批中、resolved 已解决。从 open 提交审批进入 pending_approval，审批通过进入 resolved。如果驳回则回到 open 重新处理，支持记录拒绝理由。这个状态机确保故障处置有审批把关，避免随意关闭故障单，保障处置质量可追溯。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链路 12 是告警静默管理。维护窗口期间创建静默规则，匹配的告警批量标记为 silenced 状态，跳过聚合、自愈、通知全链路处理。静默规则支持过期时间自动恢复和手动即时取消。这确保维护期间零误告警，维护结束后告警链路自动恢复正常。自动过期恢复和手动灵活取消两种方式兼顾了安全性和便利性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链路 13 是告警触发的自动巡检。告警产生后自动触发 trigger_by_alert 联动巡检，匹配同类资产的巡检模板。巡检执行 8 类检查项：CPU 使用率、内存使用率、磁盘使用率、活跃告警、资产状态、检查时间过期、Span 错误率、Span P99 延迟。LLM 生成专业巡检报告，triggered_by_alert_id 关联告警与巡检记录，实现告警-巡检自动联动。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链路 14 是混沌工程的稳态验证。混沌实验前采集 before 基线指标，注入故障后 sleep 观察期采集 after 指标对比 delta。如果 delta 超过 5% 判定稳态破坏，立即执行 cleanup_cmd 自动回滚，is_auto_recovered 标记回滚结果。这确保混沌实验安全可控、故障可逆，稳态假设验证是混沌工程的核心方法论。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链路 15 是 On-Call 自动轮转。OnCall 排班表配置 is_auto_rotate 后，周期过期自动调用 _do_auto_rotate 轮转下一位值班人。支持手动触发 auto-rotate API 即时轮转，handover 接口记录交接班信息。自动轮转零遗漏，手动即时切换灵活，交接记录可审计，确保值班无缝衔接、责任可追溯。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这一页展示 Agent 质量评估和 A/B 测试框架。左侧 AgentEvaluation 模型记录每次对话的 5 项质量指标：成功率、幻觉率、延迟、Token 消耗、对话轮次。右侧 A/B 测试框架使用 md5 哈希分桶确保分流稳定，对比不同 Provider 的质量指标择优。胜者标记后自动切换最优 Provider，实现 Agent 能力持续优化。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链路 17 是异常检测的精度回测。基于人工标注数据对 7 种异常检测算法进行 F1-Score 回测评估，自动推荐最优算法。无标注数据时走特征匹配回退：CPU 走 MAD、内存走 EWMA、错误走 IsolationForest、QPS 走 STL、业务指标走 Prophet。结合变异系数、偏度、MAD 统计推断辅助决策，让算法选择有数据支撑。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链路 18 是 SOP 知识的自动生成。故障解决后，LLM 从故障完整上下文自动生成结构化 SOP，每个步骤包含 step 序号、action 操作描述、command 执行命令、expectation 预期结果。以 KnowledgeDraft 草稿形式提交人工审批，审核通过后入库为正式知识，sop_steps 以 JSON 存储。这实现了从故障经验到可复用知识的自动转化。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链路 19 是运营数据飞轮。平台持续度量 6 大 KPI：MTTA 平均响应时间 3.2 分钟下降 42%，MTTR 平均修复时间 12.5 分钟下降 35%，自愈成功率 68% 提升 15%。AI 对话效能每周 1247 次提升 28%，通知推送每月 8532 条，工具使用排行 Top 3 为 query_logs、query_traces、execute_run_command。数据驱动平台迭代方向，形成持续改进闭环。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这一页展示分层诊断工具体系，对标 GOPS 2026 Layer3 实时诊断层。Snapshot 快照层 6 个工具一键采集系统全貌，零风险秒级返回。Focused 定向层 12 个工具针对性深入诊断，如锁竞争分析、慢查询日志。Flexible 灵活层 2 个工具支持受限 Shell 和 SQL 查询，白名单前缀校验 30 多个安全前缀，危险模式正则拦截 20 多种。共 20 个工具，白名单安全校验。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这一页展示仪表盘拖拽自定义功能。左侧 16 种卡片库包括指标卡、折线图、柱状图、饼图、仪表盘、热力图、拓扑图等。右侧 Gridstack 画布支持拖拽、缩放、编辑、保存和预览模式切换。提供 3 套预置模板：运维总览、SRE 仪表盘、告警监控。运维人员可根据需求自由组合监控视图， DashboardLayout 配置持久化存储。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链路 22 是资产健康度评分。系统综合 CPU、内存、磁盘使用率与活跃告警数，计算资产 0 到 100 的健康度评分。80 到 100 分为 green 健康，50 到 79 分为 gray 亚健康，0 到 49 分为 red 异常。当健康状态发生跨越时，自动写入 AssetChangeLog 变更日志，记录变更前后状态、操作人、时间戳。支持分页查询审计追溯，变更全程可追踪。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链路 23 是移动端运维闭环，覆盖四大核心场景。日志搜索支持关键词全文检索、级别过滤、数据源选择、时间范围筛选。告警批量操作支持多选模式，批量确认、解决、静默，WebSocket 实时推送。故障单支持新建表单、关联资产、优先级设定、审批流。AI 会话支持 SSE 实时对话、41 工具调用、RAG 知识检索、采纳知识草稿。移动端覆盖运维全场景。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这一页展示 Agent 能力中心。平台共 41 个工具，按风险等级着色：绿色 read_only 20 个只读零风险，蓝色 low 4 个低风险写操作，黄色 medium 6 个中风险需确认，橙色 high 5 个高风险双重确认，红色 critical 3 个加 advisory 3 个严格审批。其中 LLM 可调用 24 个，内部工具 17 个。安全策略方面，read_only 直接执行，low 和 medium 走 propose_action 确认，high 和 critical 双重确认加审批，危险命令黑名单 9 种拦截，白名单前缀校验 30 多个。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AIOps 平台四大核心价值构成闭环。全观测闭环：8 层架构端到端，数据自底向上流动，MTTA 下降 42%。AI 智能诊断：7 种异常算法加 RAG 加 6 种 RCA，BGE-M3 双阶段检索精度 90% 以上，根因命中率提升 40%。自动化自愈：规则引擎加效果追踪加混沌回滚，自愈成功率 68%。知识飞轮：自动沉淀加审批加检索加重排，知识复用率提升 55%。四大价值相辅相成。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平台三大技术支柱。VictoriaMetrics 时序库支持 100K ops/s 写入，完整 PromQL 查询，自动压缩降采样，双写架构确保数据可靠。BGE-M3 RAG 双阶段检索，召回阶段余弦相似度 top-k，重排阶段 Reranker 精排，三模式切换精度 90% 以上。混沌稳态假设验证，before 和 after 指标对比，delta 超 5% 自动回滚，is_auto_recovered 标记结果，确保实验安全可控。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以上就是 AIOps 智能运维平台系统架构数据流交互图的全部内容。从 8 层架构到 24 条链路，从全观测闭环到 AI 智能诊断，从自动化自愈到知识飞轮，平台构建了完整的智能运维体系。感谢各位的聆听，期待与大家深入交流，共建智能运维未来。谢谢！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svg"/>
  <Relationship Id="rId10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svg"/>
  <Relationship Id="rId10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svg"/>
  <Relationship Id="rId10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svg"/>
  <Relationship Id="rId10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svg"/>
  <Relationship Id="rId10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svg"/>
  <Relationship Id="rId10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svg"/>
  <Relationship Id="rId10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svg"/>
  <Relationship Id="rId10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svg"/>
  <Relationship Id="rId10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svg"/>
  <Relationship Id="rId10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svg"/>
  <Relationship Id="rId10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svg"/>
  <Relationship Id="rId10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3.svg"/>
  <Relationship Id="rId10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4.svg"/>
  <Relationship Id="rId10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5.svg"/>
  <Relationship Id="rId10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6.svg"/>
  <Relationship Id="rId10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7.svg"/>
  <Relationship Id="rId10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8.svg"/>
  <Relationship Id="rId10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9.svg"/>
  <Relationship Id="rId10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0.svg"/>
  <Relationship Id="rId10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1.svg"/>
  <Relationship Id="rId10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2.svg"/>
  <Relationship Id="rId10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3.svg"/>
  <Relationship Id="rId10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4.svg"/>
  <Relationship Id="rId10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5.svg"/>
  <Relationship Id="rId10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6.svg"/>
  <Relationship Id="rId10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7.svg"/>
  <Relationship Id="rId10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8.svg"/>
  <Relationship Id="rId10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9.svg"/>
  <Relationship Id="rId10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0.svg"/>
  <Relationship Id="rId10" Type="http://schemas.openxmlformats.org/officeDocument/2006/relationships/notesSlide" Target="../notesSlides/notesSlide3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