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10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  <Relationship Id="rId10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  <Relationship Id="rId10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  <Relationship Id="rId10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svg"/>
  <Relationship Id="rId10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svg"/>
  <Relationship Id="rId10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9.svg"/>
  <Relationship Id="rId10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0.svg"/>
  <Relationship Id="rId10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1.svg"/>
  <Relationship Id="rId10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2.svg"/>
  <Relationship Id="rId10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3.svg"/>
  <Relationship Id="rId10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4.svg"/>
  <Relationship Id="rId10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5.svg"/>
  <Relationship Id="rId10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6.svg"/>
  <Relationship Id="rId10" Type="http://schemas.openxmlformats.org/officeDocument/2006/relationships/notesSlide" Target="../notesSlides/notesSlide2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